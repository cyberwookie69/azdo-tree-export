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78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23000" y="166370"/>
            <a:ext cx="5334000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11111"/>
                </a:solidFill>
                <a:latin typeface="Segoe UI"/>
              </a:rPr>
              <a:t>Export-AzDoTree.ps1 — architectuur, dataflow &amp;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797560"/>
            <a:ext cx="5334000" cy="325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Segoe UI"/>
              </a:rPr>
              <a:t>1. Architectuur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1143000"/>
            <a:ext cx="8128000" cy="7366000"/>
          </a:xfrm>
          <a:prstGeom prst="rect">
            <a:avLst/>
          </a:prstGeom>
          <a:solidFill>
            <a:srgbClr val="FCFC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62000" y="1397000"/>
            <a:ext cx="1778000" cy="584200"/>
          </a:xfrm>
          <a:prstGeom prst="roundRect">
            <a:avLst>
              <a:gd name="adj" fmla="val 13043"/>
            </a:avLst>
          </a:prstGeom>
          <a:solidFill>
            <a:srgbClr val="FFF3CD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-1016000" y="15957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User /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413000"/>
            <a:ext cx="2540000" cy="889000"/>
          </a:xfrm>
          <a:prstGeom prst="roundRect">
            <a:avLst>
              <a:gd name="adj" fmla="val 8571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-635000" y="2535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35000" y="2788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Org ·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635000" y="29914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WIQL | RootIds ·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7000" y="2413000"/>
            <a:ext cx="2540000" cy="889000"/>
          </a:xfrm>
          <a:prstGeom prst="roundRect">
            <a:avLst>
              <a:gd name="adj" fmla="val 8571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40000" y="2535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Auth header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0" y="2788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$env:AZDO_PAT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0000" y="29914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Basic base64(":PAT")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81000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2500" y="3932554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Invoke-AzDo (HTTP + retry 429/5xx)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185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respect Retry-After · exp backoff · max 5 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953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-635000" y="5075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WIQL / RootIds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635000" y="5328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roots → HashSet[int]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7000" y="4953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540000" y="5075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Recursive 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000" y="5328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GET /workitems/{id}?$expand=Relations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6096000"/>
            <a:ext cx="5715000" cy="762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2500" y="6218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Bulk field fetch — POST /workitemsbatch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" y="6471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chunks van 200 ids · fields whitelist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7239000"/>
            <a:ext cx="2794000" cy="7620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-508000" y="7361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Flatten + indent + 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508000" y="76142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Level · ParentId · preorder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7000" y="7239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EAFBEA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540000" y="7361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Export-Excel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0000" y="76142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AutoFilter · FreezeTopRow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810000"/>
            <a:ext cx="1397000" cy="1905000"/>
          </a:xfrm>
          <a:prstGeom prst="roundRect">
            <a:avLst>
              <a:gd name="adj" fmla="val 5454"/>
            </a:avLst>
          </a:prstGeom>
          <a:solidFill>
            <a:srgbClr val="EEF5FF"/>
          </a:solidFill>
          <a:ln w="1905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89500" y="4034154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Azure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9500" y="42627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DevOps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9500" y="44913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REST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89500" y="4820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/wiql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9500" y="50234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/workitems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89500" y="5226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/workitemsbatch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7239000"/>
            <a:ext cx="1397000" cy="762000"/>
          </a:xfrm>
          <a:prstGeom prst="roundRect">
            <a:avLst>
              <a:gd name="adj" fmla="val 10000"/>
            </a:avLst>
          </a:prstGeom>
          <a:solidFill>
            <a:srgbClr val="EAFBEA"/>
          </a:solidFill>
          <a:ln w="1905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89500" y="73996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tree.xlsx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9500" y="76396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on disk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51000" y="1981200"/>
            <a:ext cx="0" cy="4318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02000" y="2857500"/>
            <a:ext cx="635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07000" y="3302000"/>
            <a:ext cx="0" cy="508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032000" y="3302000"/>
            <a:ext cx="0" cy="508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032000" y="4572000"/>
            <a:ext cx="0" cy="381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207000" y="4572000"/>
            <a:ext cx="0" cy="381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302000" y="5334000"/>
            <a:ext cx="635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207000" y="5715000"/>
            <a:ext cx="0" cy="381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32000" y="5715000"/>
            <a:ext cx="0" cy="381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59000" y="6858000"/>
            <a:ext cx="0" cy="38100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556000" y="7620000"/>
            <a:ext cx="381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77000" y="4191000"/>
            <a:ext cx="381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477000" y="4445000"/>
            <a:ext cx="381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77000" y="7620000"/>
            <a:ext cx="381000" cy="0"/>
          </a:xfrm>
          <a:prstGeom prst="line">
            <a:avLst/>
          </a:prstGeom>
          <a:ln w="1905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017000" y="797560"/>
            <a:ext cx="5334000" cy="325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Segoe UI"/>
              </a:rPr>
              <a:t>2. Dataflow (sequence)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90000" y="1143000"/>
            <a:ext cx="8636000" cy="5588000"/>
          </a:xfrm>
          <a:prstGeom prst="rect">
            <a:avLst/>
          </a:prstGeom>
          <a:solidFill>
            <a:srgbClr val="FCFCFD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525000" y="1391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Segoe UI"/>
              </a:rPr>
              <a:t>User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84000" y="1391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Segoe UI"/>
              </a:rPr>
              <a:t>Script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605000" y="1391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Segoe UI"/>
              </a:rPr>
              <a:t>AzDO REST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764000" y="1391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5555"/>
                </a:solidFill>
                <a:latin typeface="Segoe UI"/>
              </a:rPr>
              <a:t>Disk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779000" y="1651000"/>
            <a:ext cx="0" cy="4826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938000" y="1651000"/>
            <a:ext cx="0" cy="4826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859000" y="1651000"/>
            <a:ext cx="0" cy="4826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7018000" y="1651000"/>
            <a:ext cx="0" cy="4826000"/>
          </a:xfrm>
          <a:prstGeom prst="line">
            <a:avLst/>
          </a:prstGeom>
          <a:ln w="12700">
            <a:solidFill>
              <a:srgbClr val="BBBBB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9017000" y="1899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842500" y="2006600"/>
            <a:ext cx="20320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91500" y="1797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params + PAT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17000" y="2407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2001500" y="2514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731500" y="2305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POST /wit/wiql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12001500" y="2768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731500" y="2839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roots: [id, id, ...]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17000" y="3296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2001500" y="3403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731500" y="3194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GET /workitems/{id}?$expand=Relations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12001500" y="3657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731500" y="3728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children-ids per parent (loop ≤ MaxDepth)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17000" y="4185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2001500" y="4292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731500" y="4083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POST /workitemsbatch (200 ids)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12001500" y="4546600"/>
            <a:ext cx="2794000" cy="0"/>
          </a:xfrm>
          <a:prstGeom prst="line">
            <a:avLst/>
          </a:prstGeom>
          <a:ln w="19050">
            <a:solidFill>
              <a:srgbClr val="0969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731500" y="4617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fields map { id → fields 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17000" y="5074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303000" y="5016500"/>
            <a:ext cx="1270000" cy="38100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271000" y="51377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flatten + sort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17000" y="5709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Consolas"/>
              </a:rPr>
              <a:t>6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001500" y="5816600"/>
            <a:ext cx="4953000" cy="0"/>
          </a:xfrm>
          <a:prstGeom prst="line">
            <a:avLst/>
          </a:prstGeom>
          <a:ln w="1905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1811000" y="5607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Export-Excel → tree.xlsx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17000" y="6982459"/>
            <a:ext cx="5334000" cy="325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Segoe UI"/>
              </a:rPr>
              <a:t>3. Dependencies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890000" y="7366000"/>
            <a:ext cx="8636000" cy="3810000"/>
          </a:xfrm>
          <a:prstGeom prst="rect">
            <a:avLst/>
          </a:prstGeom>
          <a:solidFill>
            <a:srgbClr val="FFFD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9144000" y="7620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7000" y="7742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Runtime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7000" y="80460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PowerShell 5.1+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47000" y="82746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(7.x aanbevolen)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7000" y="8554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.NET-TLS 1.2+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938000" y="7620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541000" y="7742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PS Module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41000" y="80460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ImportExcel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41000" y="83000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Install-Module ImportExcel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41000" y="8503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-Scope CurrentUser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4732000" y="7620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3335000" y="7742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AzDO PAT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335000" y="80460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scope: Work Items (Read)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335000" y="8300084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in env var: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335000" y="8554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$env:AZDO_PAT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144000" y="9271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7747000" y="9393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Netwerk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47000" y="9697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dev.azure.com :443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47000" y="9925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(of on-prem AzDO host)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47000" y="10179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proxy? HTTPS_PROXY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1938000" y="9271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541000" y="9393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REST API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41000" y="9697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111"/>
                </a:solidFill>
                <a:latin typeface="Consolas"/>
              </a:rPr>
              <a:t>api-version=7.1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41000" y="9925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endpoints: wiql,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41000" y="10154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workitems, workitemsbatch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4732000" y="9271000"/>
            <a:ext cx="2540000" cy="1397000"/>
          </a:xfrm>
          <a:prstGeom prst="roundRect">
            <a:avLst>
              <a:gd name="adj" fmla="val 5454"/>
            </a:avLst>
          </a:prstGeom>
          <a:solidFill>
            <a:srgbClr val="FFFBEA"/>
          </a:solidFill>
          <a:ln w="19050">
            <a:solidFill>
              <a:srgbClr val="9A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13335000" y="9393555"/>
            <a:ext cx="5334000" cy="264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11111"/>
                </a:solidFill>
                <a:latin typeface="Segoe UI"/>
              </a:rPr>
              <a:t>Project-rechten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3335000" y="96970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View work items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335000" y="99256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in nodes (area path)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335000" y="10154285"/>
            <a:ext cx="5334000" cy="223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voor alle roots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